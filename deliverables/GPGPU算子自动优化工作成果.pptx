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6909f38a7c44d8" /><Relationship Type="http://schemas.openxmlformats.org/officeDocument/2006/relationships/extended-properties" Target="/docProps/app.xml" Id="R77297ea6365146cb" /><Relationship Type="http://schemas.openxmlformats.org/officeDocument/2006/relationships/officeDocument" Target="/ppt/presentation.xml" Id="R964209b2002b46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3c7b414ae4b89"/>
  </p:sldMasterIdLst>
  <p:notesMasterIdLst>
    <p:notesMasterId xmlns:r="http://schemas.openxmlformats.org/officeDocument/2006/relationships" r:id="Rc85a1f2f70b54cd0"/>
  </p:notesMasterIdLst>
  <p:sldIdLst>
    <p:sldId xmlns:r="http://schemas.openxmlformats.org/officeDocument/2006/relationships" id="256" r:id="R9763c090a0b14bf4"/>
    <p:sldId xmlns:r="http://schemas.openxmlformats.org/officeDocument/2006/relationships" id="257" r:id="Rbeb7b5bd851042d3"/>
    <p:sldId xmlns:r="http://schemas.openxmlformats.org/officeDocument/2006/relationships" id="258" r:id="R1c4ab5bf34e5461a"/>
    <p:sldId xmlns:r="http://schemas.openxmlformats.org/officeDocument/2006/relationships" id="259" r:id="R90a3d92da2f74ec6"/>
    <p:sldId xmlns:r="http://schemas.openxmlformats.org/officeDocument/2006/relationships" id="260" r:id="Rcca2a6d48e35483e"/>
    <p:sldId xmlns:r="http://schemas.openxmlformats.org/officeDocument/2006/relationships" id="261" r:id="R3c5a9be64b4c4c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12f030dc454666" /><Relationship Type="http://schemas.openxmlformats.org/officeDocument/2006/relationships/slideMaster" Target="/ppt/slideMasters/slideMaster1.xml" Id="R2563c7b414ae4b89" /><Relationship Type="http://schemas.openxmlformats.org/officeDocument/2006/relationships/notesMaster" Target="/ppt/notesMasters/notesMaster1.xml" Id="Rc85a1f2f70b54cd0" /><Relationship Type="http://schemas.openxmlformats.org/officeDocument/2006/relationships/presProps" Target="/ppt/presProps.xml" Id="Rb927b8dae5b44e5b" /><Relationship Type="http://schemas.openxmlformats.org/officeDocument/2006/relationships/tableStyles" Target="/ppt/tableStyles.xml" Id="R4775bcb087544ca8" /><Relationship Type="http://schemas.openxmlformats.org/officeDocument/2006/relationships/slide" Target="/ppt/slides/slide1.xml" Id="R9763c090a0b14bf4" /><Relationship Type="http://schemas.openxmlformats.org/officeDocument/2006/relationships/slide" Target="/ppt/slides/slide2.xml" Id="Rbeb7b5bd851042d3" /><Relationship Type="http://schemas.openxmlformats.org/officeDocument/2006/relationships/slide" Target="/ppt/slides/slide3.xml" Id="R1c4ab5bf34e5461a" /><Relationship Type="http://schemas.openxmlformats.org/officeDocument/2006/relationships/slide" Target="/ppt/slides/slide4.xml" Id="R90a3d92da2f74ec6" /><Relationship Type="http://schemas.openxmlformats.org/officeDocument/2006/relationships/slide" Target="/ppt/slides/slide5.xml" Id="Rcca2a6d48e35483e" /><Relationship Type="http://schemas.openxmlformats.org/officeDocument/2006/relationships/slide" Target="/ppt/slides/slide6.xml" Id="R3c5a9be64b4c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57c749440945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58430f37ba468f" /><Relationship Type="http://schemas.openxmlformats.org/officeDocument/2006/relationships/notesMaster" Target="/ppt/notesMasters/notesMaster1.xml" Id="Rcc0ed7c4fac64a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001ede1b1345d2" /><Relationship Type="http://schemas.openxmlformats.org/officeDocument/2006/relationships/notesMaster" Target="/ppt/notesMasters/notesMaster1.xml" Id="R9f8b87096e7c45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d9661d59f43b2" /><Relationship Type="http://schemas.openxmlformats.org/officeDocument/2006/relationships/notesMaster" Target="/ppt/notesMasters/notesMaster1.xml" Id="Rb948ab29d11046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0ee28f8be45ab" /><Relationship Type="http://schemas.openxmlformats.org/officeDocument/2006/relationships/notesMaster" Target="/ppt/notesMasters/notesMaster1.xml" Id="R22d32aed19de4c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de6d370f8e4137" /><Relationship Type="http://schemas.openxmlformats.org/officeDocument/2006/relationships/notesMaster" Target="/ppt/notesMasters/notesMaster1.xml" Id="Radff1be420d243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46d48404594ddd" /><Relationship Type="http://schemas.openxmlformats.org/officeDocument/2006/relationships/notesMaster" Target="/ppt/notesMasters/notesMaster1.xml" Id="Rd63b9007ae5f40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数据来源：项目 README.md 与 experiments/kda_repro/AGENT_ORDINARY_BASELINE_V100_RESULT.md。测试设备为 Tesla V100-PCIE-32GB。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来源：README.md；GDN Decode 10.985×实验；GDN Prefill Agent 结果；V100 RMSNorm 严格结果。RMSNorm 数字为 CUDA Graph 微基准，不代表端到端训练加速。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架构依据：experiments/kda_repro/official_v100/agent_controller.py 与项目 README.md。结构化设计由控制器降为审查过的 sm70 Triton 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流程依据：agent_controller.py。普通基线实验中，直接整核生成因输出长度限制失败；结构化设计请求成功，并由控制器自动完成后续验证和晋级。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代码与技术依据：gdn_decode_torch_seed.py、gdn_decode.py、AGENT_ORDINARY_BASELINE_V100_RESULT.md。候选使用受限模板，Agent选择设计和调度，不代表从空白生成完整内核。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来源：decode-ordinary-structured/runs/0002-agent-full.json。配对基线 0.256052511309 ms，候选 0.023308402967 ms，加速 10.985416361365×。强 Triton 增量来自三轮配对复测 0.46%；Prefill 为 1.454%。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e5f6db1794c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0dee2331444c5b" /><Relationship Type="http://schemas.openxmlformats.org/officeDocument/2006/relationships/slideLayout" Target="/ppt/slideLayouts/slideLayout1.xml" Id="R2df7b1056dc64b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7b1056dc64b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79899efff4698" /><Relationship Type="http://schemas.openxmlformats.org/officeDocument/2006/relationships/notesSlide" Target="/ppt/notesSlides/notesSlide1.xml" Id="R3b268fa76011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b964652f044ff" /><Relationship Type="http://schemas.openxmlformats.org/officeDocument/2006/relationships/notesSlide" Target="/ppt/notesSlides/notesSlide2.xml" Id="R73746e4a02aa40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b0c64eaef43bb" /><Relationship Type="http://schemas.openxmlformats.org/officeDocument/2006/relationships/notesSlide" Target="/ppt/notesSlides/notesSlide3.xml" Id="Rd6401cda8e0e45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96debf866434c" /><Relationship Type="http://schemas.openxmlformats.org/officeDocument/2006/relationships/notesSlide" Target="/ppt/notesSlides/notesSlide4.xml" Id="R3c64f87605514a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80dc7fc644a19" /><Relationship Type="http://schemas.openxmlformats.org/officeDocument/2006/relationships/notesSlide" Target="/ppt/notesSlides/notesSlide5.xml" Id="R24b2459ebb2e4e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19752146949f6" /><Relationship Type="http://schemas.openxmlformats.org/officeDocument/2006/relationships/chart" Target="/ppt/slides/charts/chart1.xml" Id="Rf2d7a37327474465" /><Relationship Type="http://schemas.openxmlformats.org/officeDocument/2006/relationships/notesSlide" Target="/ppt/notesSlides/notesSlide6.xml" Id="R39b593c4e8364df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几何平均延迟</c:v>
          </c:tx>
          <c:dPt>
            <c:idx val="0"/>
            <c:invertIfNegative val="0"/>
            <c:spPr>
              <a:solidFill xmlns:a="http://schemas.openxmlformats.org/drawingml/2006/main">
                <a:srgbClr val="718096"/>
              </a:solidFill>
              <a:ln xmlns:a="http://schemas.openxmlformats.org/drawingml/2006/main" w="9525">
                <a:solidFill>
                  <a:srgbClr val="718096"/>
                </a:solidFill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2DD4BF"/>
              </a:solidFill>
              <a:ln xmlns:a="http://schemas.openxmlformats.org/drawingml/2006/main" w="9525">
                <a:solidFill>
                  <a:srgbClr val="2DD4BF"/>
                </a:solidFill>
                <a:prstDash val="solid"/>
              </a:ln>
            </c:spPr>
          </c:dPt>
          <c:cat>
            <c:strLit>
              <c:ptCount val="2"/>
              <c:pt idx="0">
                <c:v>普通 PyTorch</c:v>
              </c:pt>
              <c:pt idx="1">
                <c:v>Agent Triton</c:v>
              </c:pt>
            </c:strLit>
          </c:cat>
          <c:val>
            <c:numLit>
              <c:formatCode>0.000</c:formatCode>
              <c:ptCount val="2"/>
              <c:pt idx="0">
                <c:v>0.2560525113</c:v>
              </c:pt>
              <c:pt idx="1">
                <c:v>0.023308403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20384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F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B9C7D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84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8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5F8F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62451-61D8-4E50-828E-0A77EDEF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29B29-029B-4BFB-959A-3D798AD3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84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GPGPU 算子自动优化工作成果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DE693-0C4C-434A-AAB4-0E02731A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KDA 思路复现与 V100 实验验证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C90A7-00AD-4BED-A451-F4148A5D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59EFE-5287-4CE1-A8AA-E72BD206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rPr>
              <a:t>自动化算子优化  ·  Triton  ·  结构化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87D5E-3217-40F5-ADD6-85E29173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10.985×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0ABC5-9914-48C1-922F-1268F61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普通 PyTorch 到 Triton</a:t>
            </a:r>
          </a:p>
          <a:p xmlns:a="http://schemas.openxmlformats.org/drawingml/2006/main">
            <a:pPr algn="ctr">
              <a:defRPr sz="15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V100 配对实测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EEDC9-0859-4C44-B6FD-5F828019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676189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C2F83-EE3C-43CB-8039-B193084F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工作成果总览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97760-EF9D-47F6-8AB9-A3018893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A457D-F33B-4A76-976C-784955F8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144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形成可复现的自动优化闭环，并保存完整验证证据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99AD9-9915-4D58-BFDF-A91F1826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10.985×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94611-D96F-4409-90F6-48D82209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GDN Decode 相对普通 PyTorch 的流程内加速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26777-91A4-472B-8731-B9613C9C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同轮配对：0.256053 ms → 0.023308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12931-64F9-4374-BDD2-FDEA4670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C58E9-F662-4388-8358-0BCF39AD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rPr>
              <a:t>54 / 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3EB4A-568C-4271-8109-FE2665A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GDN Decode 官方 workload 全部正确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61667-7773-480A-A7A6-3FB7160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rPr>
              <a:t>100 /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5C164-BAE8-4A37-BC19-FD80C077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GDN Prefill 官方 workload 全部正确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A61FA-26F7-4FF5-B152-7E789DCE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5.60×–10.13×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425CC-D0E0-45FC-A73D-74565685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Residual Add RMSNorm 相对未融合 PyTorch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42BE7-781E-4636-9E0B-4537C182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结果均保存候选源码、API 元数据、正确性误差、原始计时与晋级账本</a:t>
            </a:r>
          </a:p>
        </p:txBody>
      </p:sp>
    </p:spTree>
    <p:extLst>
      <p:ext uri="{BB962C8B-B14F-4D97-AF65-F5344CB8AC3E}">
        <p14:creationId xmlns:p14="http://schemas.microsoft.com/office/powerpoint/2010/main" val="1295500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2EE18-4372-44F7-8B11-2BD149DA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整体架构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D241B-C1DD-4183-AA28-F70D8A6C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B5075-2223-4D2A-B5CA-462F7675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144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模型负责提出设计，确定性系统负责生成、验证和决策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4DC32-D3E0-41D4-B2FB-1EB5F36C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4EA7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任务契约</a:t>
            </a:r>
          </a:p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普通基线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D8CDD-29DF-4019-AE42-189D753A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81200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2293F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LLM Agent</a:t>
            </a:r>
          </a:p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性能分析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8C6D1-C7FF-402A-8250-6A63AAFB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E3A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结构化设计</a:t>
            </a:r>
          </a:p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调度参数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B6D33-2EB2-4A1F-B27B-84D9CCA4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2B2632"/>
          </a:solidFill>
          <a:ln xmlns:a="http://schemas.openxmlformats.org/drawingml/2006/main" w="14288">
            <a:solidFill>
              <a:srgbClr val="FFB45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Triton</a:t>
            </a:r>
          </a:p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代码生成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193E9-08BF-497E-966E-398774D1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B2D2A"/>
          </a:solidFill>
          <a:ln xmlns:a="http://schemas.openxmlformats.org/drawingml/2006/main" w="14288">
            <a:solidFill>
              <a:srgbClr val="55D187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正确性与</a:t>
            </a:r>
          </a:p>
          <a:p xmlns:a="http://schemas.openxmlformats.org/drawingml/2006/main">
            <a:pPr algn="ctr">
              <a:def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性能验证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01770-D234-4EBC-85A1-6266775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81200"/>
            <a:ext cx="1428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C2738"/>
          </a:solidFill>
          <a:ln xmlns:a="http://schemas.openxmlformats.org/drawingml/2006/main" w="14288">
            <a:solidFill>
              <a:srgbClr val="4EA7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候选账本</a:t>
            </a:r>
          </a:p>
          <a:p xmlns:a="http://schemas.openxmlformats.org/drawingml/2006/main">
            <a:pPr algn="ctr">
              <a:defRPr sz="15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自动晋级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09800" y="24574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52900" y="24574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96000" y="24574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39100" y="24574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82200" y="24574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09A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270A1-A1AD-4341-A276-B7211300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证据与运行环境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19F55-7B86-4A24-B85F-2BED8B3A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0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7FAF6-4D18-409A-8F9C-418DE7C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rPr>
              <a:t>官方 reference 与 workload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20EB9-56E8-4EDF-B167-0BB35C2D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提供输入、输出语义与误差标准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ED99D-EE68-4EF6-BD39-154D988C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V100 / PyTorch / Triton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B9B21-DC05-4540-9F46-1E93CB14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76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执行真实编译、GPU 计时和边界验证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CC72F-15BD-4216-860F-1F63EAC8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rPr>
              <a:t>不可变实验记录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57236-E04A-412C-8C11-A4613E4C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保存源码哈希、API token 与每组原始结果</a:t>
            </a:r>
          </a:p>
        </p:txBody>
      </p:sp>
    </p:spTree>
    <p:extLst>
      <p:ext uri="{BB962C8B-B14F-4D97-AF65-F5344CB8AC3E}">
        <p14:creationId xmlns:p14="http://schemas.microsoft.com/office/powerpoint/2010/main" val="556669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042639-00E2-4598-84FE-3CCBF472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Agent 自动优化流程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D05B4-BA02-407F-992D-4B51472C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68E79-A517-442E-8024-9C426112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144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每个候选都要通过同一套确定性门禁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1BB12-CDD0-4908-A7E7-AAEF0763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7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8EABD-7A78-4A15-9029-A76FA531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653A7-188D-4EDC-9481-93B4BB20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859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读取任务契约与当前最佳实现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D4F98-D612-4DE2-8055-AAEAFBE8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7C8EF-7629-43FC-81FA-55436C47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4BAFC-E669-4C10-B873-8CCEF7B4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0CC34-3142-45FE-B3E2-E0C75542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分析瓶颈并输出结构化设计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4B9EF-34B0-4A77-A66D-4CCEEC4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1CB19-3832-4F47-B05A-D62C37C4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EAB08-00DB-43E0-829B-4E7E11AD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70F3A-97A7-442E-847B-3DDF1EDE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生成候选并执行静态检查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C1A27-1346-427C-89F0-DE4AD264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9F90A-FA75-44B8-A2B1-0761CB63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18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69102-2807-48E6-A59D-82AC23DD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4195F-481B-4EEE-AE6E-0E40981E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4组冒烟验证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3C278-78EB-478E-9CD3-C449562C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C1AD4-B180-485E-88CF-521B983E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18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4C8F6-65A3-4F4E-BD32-CBBCB34C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CB926-8DBF-47E5-AB92-24A6715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官方 workload 全量正确性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21296-3510-4EEC-862E-382C19F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0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372BA-04BE-4B0A-AF29-82968F31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7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77A34-F3B1-4A91-9D16-8FA10D1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F646F-96A2-4A30-889D-732F96D0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基线与候选交替配对计时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886F55-0B53-4AD0-AC0E-2D7C627E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0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A236C-6071-4758-80A7-3FF54D6C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4B2022-1547-49B7-A5C2-C60369E6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972F39-7555-49C2-B45A-C9ECD6B1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721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达到门槛后晋级，否则保留拒绝证据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0A3768-ACEC-4638-8539-BAF87C8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晋级条件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36746-C750-4E55-90BC-950861DC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D4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362ADB-2235-4DAB-93D7-EF82231C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rPr>
              <a:t>全部输入正确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525A81-EB69-409B-AF1B-9894777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rPr>
              <a:t>边界分支通过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BC22D5-5A63-4E54-AEF5-52C1638E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rPr>
              <a:t>同轮真实性能更快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221F1D-26E1-4E3F-A871-D7EFDE3B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95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达到预设提升门槛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5E790B-99D5-4720-BAA3-6D499B83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911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失败候选不会丢弃</a:t>
            </a:r>
          </a:p>
          <a:p xmlns:a="http://schemas.openxmlformats.org/drawingml/2006/main">
            <a:pPr algn="l">
              <a:defRPr sz="1425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原因、响应和计时全部保留</a:t>
            </a:r>
          </a:p>
        </p:txBody>
      </p:sp>
    </p:spTree>
    <p:extLst>
      <p:ext uri="{BB962C8B-B14F-4D97-AF65-F5344CB8AC3E}">
        <p14:creationId xmlns:p14="http://schemas.microsoft.com/office/powerpoint/2010/main" val="1029328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58805-A0FB-4C49-8D32-53EC9F91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技术关键点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6E009-9B4B-4E0C-8733-80FD72BA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57FB9-6D08-4422-AD55-B58F9291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144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结构化搜索空间让 Agent 的决策可解释、可执行、可验证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C1922-89FE-4DC3-92B5-5040254F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普通 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EA6EE-B8A5-448F-A5E9-F3FFFD0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多次张量物化与多轮显存往返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B8B61-F5A3-46EA-9BB5-0B8E746B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476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rPr>
              <a:t>old = state * g</a:t>
            </a:r>
          </a:p>
          <a:p xmlns:a="http://schemas.openxmlformats.org/drawingml/2006/main">
            <a:pPr algn="l">
              <a:def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rPr>
              <a:t>old_v = sum(old * k)</a:t>
            </a:r>
          </a:p>
          <a:p xmlns:a="http://schemas.openxmlformats.org/drawingml/2006/main">
            <a:pPr algn="l">
              <a:def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rPr>
              <a:t>new_v = βv + (1-β)old_v</a:t>
            </a:r>
          </a:p>
          <a:p xmlns:a="http://schemas.openxmlformats.org/drawingml/2006/main">
            <a:pPr algn="l">
              <a:def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rPr>
              <a:t>state = old - k·old_v + k·new_v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41DE5-16E9-416F-810D-6AE35FB4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融合 Triton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8F234-80BA-4AB3-A151-C21B88E6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6FAFE"/>
                </a:solidFill>
                <a:latin typeface="Microsoft YaHei"/>
                <a:ea typeface="Microsoft YaHei"/>
                <a:cs typeface="Microsoft YaHei"/>
              </a:rPr>
              <a:t>单内核完成门控、归约、状态更新与输出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E05A3-B9BA-46DF-AEEE-C0B2DC0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4476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rPr>
              <a:t>delta = β * (v - old_v)</a:t>
            </a:r>
          </a:p>
          <a:p xmlns:a="http://schemas.openxmlformats.org/drawingml/2006/main">
            <a:pPr algn="l">
              <a:def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rPr>
              <a:t>state = old + k * delta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rPr>
              <a:t>ROWS = 4</a:t>
            </a:r>
          </a:p>
          <a:p xmlns:a="http://schemas.openxmlformats.org/drawingml/2006/main">
            <a:pPr algn="l">
              <a:def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5F2"/>
                </a:solidFill>
                <a:latin typeface="Microsoft YaHei"/>
                <a:ea typeface="Microsoft YaHei"/>
                <a:cs typeface="Microsoft YaHei"/>
              </a:rPr>
              <a:t>num_warps =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11021-5890-4DB4-A0BF-8729DAA0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81915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融合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12D22-3E2D-42FD-9078-C00EB4AA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1DBB0-4E0B-4E1B-A4CD-07F83B59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EA7FF"/>
                </a:solidFill>
                <a:latin typeface="Microsoft YaHei"/>
                <a:ea typeface="Microsoft YaHei"/>
                <a:cs typeface="Microsoft YaHei"/>
              </a:rPr>
              <a:t>V100 适配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63CED-1CEC-458E-88AE-CA09CC30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BF16 手工读取与舍入，FP32 保存状态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BFF25-379D-4EC7-AC2F-5C3A935A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38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调度搜索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DC42F-8FE0-4A49-AF8F-4008D1DB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19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Agent选择 ROWS、warps 与递推变换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05003-C25C-4B9C-8A3C-4842790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38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D187"/>
                </a:solidFill>
                <a:latin typeface="Microsoft YaHei"/>
                <a:ea typeface="Microsoft YaHei"/>
                <a:cs typeface="Microsoft YaHei"/>
              </a:rPr>
              <a:t>可靠验证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7040E-A5BD-48CB-8EF0-CE34133B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9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官方 reference、全量输入和配对复测</a:t>
            </a:r>
          </a:p>
        </p:txBody>
      </p:sp>
    </p:spTree>
    <p:extLst>
      <p:ext uri="{BB962C8B-B14F-4D97-AF65-F5344CB8AC3E}">
        <p14:creationId xmlns:p14="http://schemas.microsoft.com/office/powerpoint/2010/main" val="11028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67B4D-6E26-42C2-BA65-55F4A446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rPr>
              <a:t>性能变化与结论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E8239-5E3D-4E4D-97B7-8E94108B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F25BE-462A-4C65-81BB-E83B4898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42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rPr>
              <a:t>单位：ms，越低越好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8650" y="1409700"/>
          <a:ext xmlns:a="http://schemas.openxmlformats.org/drawingml/2006/main" cx="68580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d7a3732747446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A93CC-EB2E-4038-9C0B-F9C3E788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383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0F8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8F80"/>
                </a:solidFill>
                <a:latin typeface="Microsoft YaHei"/>
                <a:ea typeface="Microsoft YaHei"/>
                <a:cs typeface="Microsoft YaHei"/>
              </a:rPr>
              <a:t>10.985×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7EAE4-B051-45A4-A0AE-CC995059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38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84F"/>
                </a:solidFill>
                <a:latin typeface="Microsoft YaHei"/>
                <a:ea typeface="Microsoft YaHei"/>
                <a:cs typeface="Microsoft YaHei"/>
              </a:rPr>
              <a:t>流程内总加速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6774B-E085-49A1-AF3E-5EF2A3A3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rPr>
              <a:t>54/54 workload 更快</a:t>
            </a:r>
          </a:p>
          <a:p xmlns:a="http://schemas.openxmlformats.org/drawingml/2006/main">
            <a:pPr algn="ctr">
              <a:defRPr sz="150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rPr>
              <a:t>54/54 正确，3/3 分支通过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D9511-7681-4AA5-84C4-FE10A9E9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8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84F"/>
                </a:solidFill>
                <a:latin typeface="Microsoft YaHei"/>
                <a:ea typeface="Microsoft YaHei"/>
                <a:cs typeface="Microsoft YaHei"/>
              </a:rPr>
              <a:t>性能口径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41B7C-E95D-47BC-AD38-33A7A7B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86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rPr>
              <a:t>相对强 Triton 基线：+0.46%</a:t>
            </a:r>
          </a:p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rPr>
              <a:t>GDN Prefill 强基线：+1.454%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34B51-1EFA-4F59-A945-18E55F9F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D4FAF-BEA7-4A92-95B2-9C7D9E70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rPr>
              <a:t>结论：普通基线能展示自动优化流程的完整价值；强基线用于衡量真正的增量优化能力</a:t>
            </a:r>
          </a:p>
        </p:txBody>
      </p:sp>
    </p:spTree>
    <p:extLst>
      <p:ext uri="{BB962C8B-B14F-4D97-AF65-F5344CB8AC3E}">
        <p14:creationId xmlns:p14="http://schemas.microsoft.com/office/powerpoint/2010/main" val="458604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2026-09-23T01:57:37.1930000Z</dcterms:created>
  <dcterms:modified xsi:type="dcterms:W3CDTF">2026-09-23T01:57:37.1940000Z</dcterms:modified>
</coreProperties>
</file>